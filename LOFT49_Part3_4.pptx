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loft49_loc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区位分析与场地解读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ANALYSIS &amp; SITE INTERPRETATION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从宏观城市格局、中观大运河文化带到微观厂区场地，三个尺度系统解读LOFT49的区位价值与更新机遇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2.1 宏观区位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LOFT49在杭州城市格局中的位置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pdf_landuse_city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656954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26280"/>
            <a:ext cx="2656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杭州城市尺度土地利用图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931920" y="1188720"/>
            <a:ext cx="4663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31920" y="1188720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0" y="12801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拱墅区：从工业配套到城市中心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0" y="1508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拱墅区位于主城区北部，是杭州最早的工业集聚区之一。随着大运河文化带上升为国家战略、亚运会带动基础设施升级、城市重心"北跃"战略推进，拱墅区正从传统工业腹地向城市级公共活动空间转型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31920" y="2359152"/>
            <a:ext cx="4663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31920" y="2359152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0" y="24505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区位优势：潜力大于现状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0" y="26791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相比西湖景区、钱江新城等城市名片区域，LOFT49所在的运河北段在知名度和客流吸引力上仍有差距。宏观区位优势更多体现为"潜力"而非"现状"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31920" y="3529584"/>
            <a:ext cx="4663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31920" y="3529584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0" y="36210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关键驱动力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0" y="38496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大运河文化带建设 · 亚运会基础设施升级 · 杭州"北跃"战略 · 地铁5号线贯通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2.2 中观区位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大运河文化带与"流量之心"</a:t>
            </a:r>
            <a:endParaRPr lang="en-US" sz="2200" dirty="0"/>
          </a:p>
        </p:txBody>
      </p:sp>
      <p:pic>
        <p:nvPicPr>
          <p:cNvPr id="4" name="Image 0" descr="/Users/peilinli/Desktop/Vibecoding/urban-renewal-report/images/field_flow_cen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526" y="1188720"/>
            <a:ext cx="4296948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976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LOFT49周边2km文创产业集群"流量之心"——运河天地、大悦城、丝联166等资源密集分布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38912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地铁交通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48640" y="4526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5号线大运河站330m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60320" y="438912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周边商圈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560320" y="4526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大悦城·D32·万达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0" y="438912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文化资源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0" y="4526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运河大剧院·刀剪剑博物馆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83680" y="438912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教育支撑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583680" y="4526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浙大紫金港·文澜中学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2.2 区位交通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交通可达性与周边配套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scan_traffic_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850794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26280"/>
            <a:ext cx="485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LOFT49区位交通详图——地铁5号线大运河站，多条地铁线路交汇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88720"/>
          <a:ext cx="2926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区位要素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具体信息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地铁交通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5号线大运河站A口330m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可换乘1/2/3/4/6/7/10号线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水系资源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京杭大运河西南侧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大运河文化带核心段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周边商圈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大悦城·D32·万达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凯宾斯基·希尔顿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文化教育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运河大剧院·刀剪剑博物馆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浙大紫金港·文澜中学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产业背景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拱墅区蓝孔雀板块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杭州近现代工业文明发源地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政策支持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国家大运河文化公园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建设战略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2.3 微观场地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原厂区空间特征与遗存分布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原有厂区空间格局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占地约60余亩，典型工业厂区：主生产厂房为核心，周边环绕仓库、办公楼、食堂等辅助建筑，全区围墙封闭，与城市空间完全隔绝。更新设计的第一个战略决策：打破围墙，将封闭厂区转化为开放街区。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遗存建筑分类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7373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策略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核心厂房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10号楼·6号楼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钢排架·锯齿天窗·红砖墙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完整保留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辅助建筑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仓库·食堂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砖混结构·状况较差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整体拆除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文创改造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各类加建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品质参差·混杂加建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拆除释放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ilinli/Desktop/Vibecoding/urban-renewal-report/images/loft49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270" y="1188720"/>
            <a:ext cx="2318090" cy="3474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7270" y="4709160"/>
            <a:ext cx="23180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LOFT49新旧建筑对话实景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2.4 场地分析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场地制约与机遇分析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主要制约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新旧比例悬殊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保留遗存仅8630㎡，占总面积5.5%，两栋核心建筑在新建体量中容易被边缘化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分期建设割裂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边施工、边招商、边使用，动线和空间体验受直接影响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周边产业生态薄弱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周边以住宅为主，尚未形成产业上下游集群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71800"/>
            <a:ext cx="54864" cy="1554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核心机遇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大运河文化品牌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天然文化背书，项目成为大运河文化带组成部分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优质空间容器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大跨度钢结构和锯齿形天窗，适合展览、演出、工作室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工业化石资源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管道、阀门、操作台等设备可转化为景观装置与公共艺术</a:t>
            </a:r>
            <a:endParaRPr lang="en-US" sz="800" dirty="0"/>
          </a:p>
        </p:txBody>
      </p:sp>
      <p:pic>
        <p:nvPicPr>
          <p:cNvPr id="12" name="Image 0" descr="/Users/peilinli/Desktop/Vibecoding/urban-renewal-report/images/loft49_master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840480" cy="29883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422281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LOFT49二期总平面规划图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2.5 政策支持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政策支持体系与规划转型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"大运英才"人才计划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创业人才最高1500万元资助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创新人才20-150万元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青年人才20-60万元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54864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96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数字新城八大政策包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706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数字经济提能升级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文创产业提效发展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科技创新要素保障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30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制度创新突破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全市首宗创新型产业用地（M1）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全市首个产业发展单元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纳入"运河工业设计小镇"特色小镇</a:t>
            </a:r>
            <a:endParaRPr lang="en-US" sz="850" dirty="0"/>
          </a:p>
        </p:txBody>
      </p:sp>
      <p:pic>
        <p:nvPicPr>
          <p:cNvPr id="17" name="Image 0" descr="/Users/peilinli/Desktop/Vibecoding/urban-renewal-report/images/loft49_mod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2560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463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规划建筑模型——灰色保留建筑 + 铜色新建体量 + 天空连廊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LOFT49产业遗存更新深度解析 — 第二章</dc:title>
  <dc:subject>区位分析与场地解读</dc:subject>
  <dc:creator>Urban Renewal Analysis</dc:creator>
  <cp:lastModifiedBy>Urban Renewal Analysis</cp:lastModifiedBy>
  <cp:revision>1</cp:revision>
  <dcterms:created xsi:type="dcterms:W3CDTF">2026-07-07T07:25:06Z</dcterms:created>
  <dcterms:modified xsi:type="dcterms:W3CDTF">2026-07-07T07:25:06Z</dcterms:modified>
</cp:coreProperties>
</file>